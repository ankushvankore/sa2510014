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BD96E1-FDA9-4012-8629-58BCD0A3DD86}" type="doc">
      <dgm:prSet loTypeId="urn:microsoft.com/office/officeart/2005/8/layout/process2" loCatId="process" qsTypeId="urn:microsoft.com/office/officeart/2005/8/quickstyle/3d1" qsCatId="3D" csTypeId="urn:microsoft.com/office/officeart/2005/8/colors/colorful3" csCatId="colorful" phldr="1"/>
      <dgm:spPr/>
    </dgm:pt>
    <dgm:pt modelId="{B1BB1FAF-9E98-4D6E-9567-9F3F44412ACE}">
      <dgm:prSet phldrT="[Text]"/>
      <dgm:spPr/>
      <dgm:t>
        <a:bodyPr/>
        <a:lstStyle/>
        <a:p>
          <a:r>
            <a:rPr lang="en-US" dirty="0" smtClean="0"/>
            <a:t>Workbook</a:t>
          </a:r>
          <a:endParaRPr lang="en-IN" dirty="0"/>
        </a:p>
      </dgm:t>
    </dgm:pt>
    <dgm:pt modelId="{FABB7242-FC47-4D8F-BF13-3E83522104C5}" type="parTrans" cxnId="{96633661-5C28-4D7D-B03C-93E45F89F525}">
      <dgm:prSet/>
      <dgm:spPr/>
      <dgm:t>
        <a:bodyPr/>
        <a:lstStyle/>
        <a:p>
          <a:endParaRPr lang="en-IN"/>
        </a:p>
      </dgm:t>
    </dgm:pt>
    <dgm:pt modelId="{859B2140-4845-4FD9-9851-2D9917CEF781}" type="sibTrans" cxnId="{96633661-5C28-4D7D-B03C-93E45F89F525}">
      <dgm:prSet/>
      <dgm:spPr/>
      <dgm:t>
        <a:bodyPr/>
        <a:lstStyle/>
        <a:p>
          <a:endParaRPr lang="en-IN"/>
        </a:p>
      </dgm:t>
    </dgm:pt>
    <dgm:pt modelId="{CE44743D-9D4D-438D-8225-D3A1362521BC}">
      <dgm:prSet phldrT="[Text]"/>
      <dgm:spPr/>
      <dgm:t>
        <a:bodyPr/>
        <a:lstStyle/>
        <a:p>
          <a:r>
            <a:rPr lang="en-US" dirty="0" smtClean="0"/>
            <a:t>Sheet</a:t>
          </a:r>
          <a:endParaRPr lang="en-IN" dirty="0"/>
        </a:p>
      </dgm:t>
    </dgm:pt>
    <dgm:pt modelId="{631ED25F-C9B5-46D1-A9DA-7B59B16C5AE9}" type="parTrans" cxnId="{3EA4C2C6-7081-4082-A05F-1484D04ADD3D}">
      <dgm:prSet/>
      <dgm:spPr/>
      <dgm:t>
        <a:bodyPr/>
        <a:lstStyle/>
        <a:p>
          <a:endParaRPr lang="en-IN"/>
        </a:p>
      </dgm:t>
    </dgm:pt>
    <dgm:pt modelId="{F8833BA0-5656-4B30-B80D-BC9351FF85CD}" type="sibTrans" cxnId="{3EA4C2C6-7081-4082-A05F-1484D04ADD3D}">
      <dgm:prSet/>
      <dgm:spPr/>
      <dgm:t>
        <a:bodyPr/>
        <a:lstStyle/>
        <a:p>
          <a:endParaRPr lang="en-IN"/>
        </a:p>
      </dgm:t>
    </dgm:pt>
    <dgm:pt modelId="{8504CB62-E946-4A6B-BD9B-43A4B8947EE1}">
      <dgm:prSet phldrT="[Text]"/>
      <dgm:spPr/>
      <dgm:t>
        <a:bodyPr/>
        <a:lstStyle/>
        <a:p>
          <a:r>
            <a:rPr lang="en-US" dirty="0" smtClean="0"/>
            <a:t>Row</a:t>
          </a:r>
          <a:endParaRPr lang="en-IN" dirty="0"/>
        </a:p>
      </dgm:t>
    </dgm:pt>
    <dgm:pt modelId="{C7AFF98F-5B1D-4B59-A7E7-11FD0D6A3A07}" type="parTrans" cxnId="{F7497F57-F0BC-4C64-80D0-65F5CC2DC3EF}">
      <dgm:prSet/>
      <dgm:spPr/>
      <dgm:t>
        <a:bodyPr/>
        <a:lstStyle/>
        <a:p>
          <a:endParaRPr lang="en-IN"/>
        </a:p>
      </dgm:t>
    </dgm:pt>
    <dgm:pt modelId="{5B64D46D-4CA5-4DDC-A7A5-26C47875DC15}" type="sibTrans" cxnId="{F7497F57-F0BC-4C64-80D0-65F5CC2DC3EF}">
      <dgm:prSet/>
      <dgm:spPr/>
      <dgm:t>
        <a:bodyPr/>
        <a:lstStyle/>
        <a:p>
          <a:endParaRPr lang="en-IN"/>
        </a:p>
      </dgm:t>
    </dgm:pt>
    <dgm:pt modelId="{8C0CF771-4F8B-4765-A6B5-E3346251BF5C}">
      <dgm:prSet phldrT="[Text]"/>
      <dgm:spPr/>
      <dgm:t>
        <a:bodyPr/>
        <a:lstStyle/>
        <a:p>
          <a:r>
            <a:rPr lang="en-US" dirty="0" smtClean="0"/>
            <a:t>Cell</a:t>
          </a:r>
          <a:endParaRPr lang="en-IN" dirty="0"/>
        </a:p>
      </dgm:t>
    </dgm:pt>
    <dgm:pt modelId="{AD3676B9-06DE-423C-B9C5-5F4F5746B96C}" type="parTrans" cxnId="{E5A879C2-06E1-4A9B-A2AB-01C4E0D35D0E}">
      <dgm:prSet/>
      <dgm:spPr/>
      <dgm:t>
        <a:bodyPr/>
        <a:lstStyle/>
        <a:p>
          <a:endParaRPr lang="en-IN"/>
        </a:p>
      </dgm:t>
    </dgm:pt>
    <dgm:pt modelId="{54C5C202-89A0-480C-96C9-C084C0E1F0F9}" type="sibTrans" cxnId="{E5A879C2-06E1-4A9B-A2AB-01C4E0D35D0E}">
      <dgm:prSet/>
      <dgm:spPr/>
      <dgm:t>
        <a:bodyPr/>
        <a:lstStyle/>
        <a:p>
          <a:endParaRPr lang="en-IN"/>
        </a:p>
      </dgm:t>
    </dgm:pt>
    <dgm:pt modelId="{69FC3A6B-9B6A-443C-A9F7-9F2020794438}" type="pres">
      <dgm:prSet presAssocID="{C3BD96E1-FDA9-4012-8629-58BCD0A3DD86}" presName="linearFlow" presStyleCnt="0">
        <dgm:presLayoutVars>
          <dgm:resizeHandles val="exact"/>
        </dgm:presLayoutVars>
      </dgm:prSet>
      <dgm:spPr/>
    </dgm:pt>
    <dgm:pt modelId="{EF843956-9AF8-4787-AC4D-713C9807EC2E}" type="pres">
      <dgm:prSet presAssocID="{B1BB1FAF-9E98-4D6E-9567-9F3F44412ACE}" presName="node" presStyleLbl="node1" presStyleIdx="0" presStyleCnt="4">
        <dgm:presLayoutVars>
          <dgm:bulletEnabled val="1"/>
        </dgm:presLayoutVars>
      </dgm:prSet>
      <dgm:spPr/>
    </dgm:pt>
    <dgm:pt modelId="{6EAA46A5-ACAC-4502-974E-632F93CD095C}" type="pres">
      <dgm:prSet presAssocID="{859B2140-4845-4FD9-9851-2D9917CEF781}" presName="sibTrans" presStyleLbl="sibTrans2D1" presStyleIdx="0" presStyleCnt="3"/>
      <dgm:spPr/>
    </dgm:pt>
    <dgm:pt modelId="{F0DC1B2D-69F4-40E7-966D-057A4E85E176}" type="pres">
      <dgm:prSet presAssocID="{859B2140-4845-4FD9-9851-2D9917CEF781}" presName="connectorText" presStyleLbl="sibTrans2D1" presStyleIdx="0" presStyleCnt="3"/>
      <dgm:spPr/>
    </dgm:pt>
    <dgm:pt modelId="{6EA2D6BD-7001-43CA-B291-3FF51EFB498A}" type="pres">
      <dgm:prSet presAssocID="{CE44743D-9D4D-438D-8225-D3A1362521BC}" presName="node" presStyleLbl="node1" presStyleIdx="1" presStyleCnt="4">
        <dgm:presLayoutVars>
          <dgm:bulletEnabled val="1"/>
        </dgm:presLayoutVars>
      </dgm:prSet>
      <dgm:spPr/>
    </dgm:pt>
    <dgm:pt modelId="{D221B311-B5C1-4AF8-8729-5ADD2C55EA5A}" type="pres">
      <dgm:prSet presAssocID="{F8833BA0-5656-4B30-B80D-BC9351FF85CD}" presName="sibTrans" presStyleLbl="sibTrans2D1" presStyleIdx="1" presStyleCnt="3"/>
      <dgm:spPr/>
    </dgm:pt>
    <dgm:pt modelId="{6BB7B969-2935-4BE4-BEB6-ABBBF9C9A1DE}" type="pres">
      <dgm:prSet presAssocID="{F8833BA0-5656-4B30-B80D-BC9351FF85CD}" presName="connectorText" presStyleLbl="sibTrans2D1" presStyleIdx="1" presStyleCnt="3"/>
      <dgm:spPr/>
    </dgm:pt>
    <dgm:pt modelId="{EC44C685-101C-48A2-9975-E267685AE561}" type="pres">
      <dgm:prSet presAssocID="{8504CB62-E946-4A6B-BD9B-43A4B8947EE1}" presName="node" presStyleLbl="node1" presStyleIdx="2" presStyleCnt="4">
        <dgm:presLayoutVars>
          <dgm:bulletEnabled val="1"/>
        </dgm:presLayoutVars>
      </dgm:prSet>
      <dgm:spPr/>
    </dgm:pt>
    <dgm:pt modelId="{2C6D5B03-10D3-4DEB-8C11-A3D1DF192EC0}" type="pres">
      <dgm:prSet presAssocID="{5B64D46D-4CA5-4DDC-A7A5-26C47875DC15}" presName="sibTrans" presStyleLbl="sibTrans2D1" presStyleIdx="2" presStyleCnt="3"/>
      <dgm:spPr/>
    </dgm:pt>
    <dgm:pt modelId="{A402635F-D7DE-4E9E-A5D9-75258192A3FF}" type="pres">
      <dgm:prSet presAssocID="{5B64D46D-4CA5-4DDC-A7A5-26C47875DC15}" presName="connectorText" presStyleLbl="sibTrans2D1" presStyleIdx="2" presStyleCnt="3"/>
      <dgm:spPr/>
    </dgm:pt>
    <dgm:pt modelId="{D6F4A607-5F31-4971-95E9-EC3C1EAFCAA1}" type="pres">
      <dgm:prSet presAssocID="{8C0CF771-4F8B-4765-A6B5-E3346251BF5C}" presName="node" presStyleLbl="node1" presStyleIdx="3" presStyleCnt="4">
        <dgm:presLayoutVars>
          <dgm:bulletEnabled val="1"/>
        </dgm:presLayoutVars>
      </dgm:prSet>
      <dgm:spPr/>
    </dgm:pt>
  </dgm:ptLst>
  <dgm:cxnLst>
    <dgm:cxn modelId="{D1F71552-E960-4993-9AA5-69E9D1C17EC4}" type="presOf" srcId="{859B2140-4845-4FD9-9851-2D9917CEF781}" destId="{6EAA46A5-ACAC-4502-974E-632F93CD095C}" srcOrd="0" destOrd="0" presId="urn:microsoft.com/office/officeart/2005/8/layout/process2"/>
    <dgm:cxn modelId="{3CB4973F-A224-46A8-858B-8294CD13F39C}" type="presOf" srcId="{F8833BA0-5656-4B30-B80D-BC9351FF85CD}" destId="{6BB7B969-2935-4BE4-BEB6-ABBBF9C9A1DE}" srcOrd="1" destOrd="0" presId="urn:microsoft.com/office/officeart/2005/8/layout/process2"/>
    <dgm:cxn modelId="{E5E31D51-7D0C-43C1-93F4-C7BA7EFC652A}" type="presOf" srcId="{F8833BA0-5656-4B30-B80D-BC9351FF85CD}" destId="{D221B311-B5C1-4AF8-8729-5ADD2C55EA5A}" srcOrd="0" destOrd="0" presId="urn:microsoft.com/office/officeart/2005/8/layout/process2"/>
    <dgm:cxn modelId="{D4DC85E0-70D9-4919-99A6-15B2F9AA8ADE}" type="presOf" srcId="{8C0CF771-4F8B-4765-A6B5-E3346251BF5C}" destId="{D6F4A607-5F31-4971-95E9-EC3C1EAFCAA1}" srcOrd="0" destOrd="0" presId="urn:microsoft.com/office/officeart/2005/8/layout/process2"/>
    <dgm:cxn modelId="{96633661-5C28-4D7D-B03C-93E45F89F525}" srcId="{C3BD96E1-FDA9-4012-8629-58BCD0A3DD86}" destId="{B1BB1FAF-9E98-4D6E-9567-9F3F44412ACE}" srcOrd="0" destOrd="0" parTransId="{FABB7242-FC47-4D8F-BF13-3E83522104C5}" sibTransId="{859B2140-4845-4FD9-9851-2D9917CEF781}"/>
    <dgm:cxn modelId="{765570EE-0EB3-4AFD-A218-DCBDE9CD7F64}" type="presOf" srcId="{5B64D46D-4CA5-4DDC-A7A5-26C47875DC15}" destId="{2C6D5B03-10D3-4DEB-8C11-A3D1DF192EC0}" srcOrd="0" destOrd="0" presId="urn:microsoft.com/office/officeart/2005/8/layout/process2"/>
    <dgm:cxn modelId="{3EA4C2C6-7081-4082-A05F-1484D04ADD3D}" srcId="{C3BD96E1-FDA9-4012-8629-58BCD0A3DD86}" destId="{CE44743D-9D4D-438D-8225-D3A1362521BC}" srcOrd="1" destOrd="0" parTransId="{631ED25F-C9B5-46D1-A9DA-7B59B16C5AE9}" sibTransId="{F8833BA0-5656-4B30-B80D-BC9351FF85CD}"/>
    <dgm:cxn modelId="{3413C798-EB50-4844-B19A-17CABD77BBFA}" type="presOf" srcId="{5B64D46D-4CA5-4DDC-A7A5-26C47875DC15}" destId="{A402635F-D7DE-4E9E-A5D9-75258192A3FF}" srcOrd="1" destOrd="0" presId="urn:microsoft.com/office/officeart/2005/8/layout/process2"/>
    <dgm:cxn modelId="{22847E0D-761F-4B9B-AD50-0497A3C3D1B4}" type="presOf" srcId="{CE44743D-9D4D-438D-8225-D3A1362521BC}" destId="{6EA2D6BD-7001-43CA-B291-3FF51EFB498A}" srcOrd="0" destOrd="0" presId="urn:microsoft.com/office/officeart/2005/8/layout/process2"/>
    <dgm:cxn modelId="{9C6FD789-1C5A-460E-8D67-50D4FF196C23}" type="presOf" srcId="{8504CB62-E946-4A6B-BD9B-43A4B8947EE1}" destId="{EC44C685-101C-48A2-9975-E267685AE561}" srcOrd="0" destOrd="0" presId="urn:microsoft.com/office/officeart/2005/8/layout/process2"/>
    <dgm:cxn modelId="{816687E8-C115-4D02-9C98-95AE889E65D7}" type="presOf" srcId="{B1BB1FAF-9E98-4D6E-9567-9F3F44412ACE}" destId="{EF843956-9AF8-4787-AC4D-713C9807EC2E}" srcOrd="0" destOrd="0" presId="urn:microsoft.com/office/officeart/2005/8/layout/process2"/>
    <dgm:cxn modelId="{3E44CCC2-CE7F-4600-97F7-3883082011CE}" type="presOf" srcId="{C3BD96E1-FDA9-4012-8629-58BCD0A3DD86}" destId="{69FC3A6B-9B6A-443C-A9F7-9F2020794438}" srcOrd="0" destOrd="0" presId="urn:microsoft.com/office/officeart/2005/8/layout/process2"/>
    <dgm:cxn modelId="{821A6FF9-F71D-49D4-8BFA-9A650598FC7A}" type="presOf" srcId="{859B2140-4845-4FD9-9851-2D9917CEF781}" destId="{F0DC1B2D-69F4-40E7-966D-057A4E85E176}" srcOrd="1" destOrd="0" presId="urn:microsoft.com/office/officeart/2005/8/layout/process2"/>
    <dgm:cxn modelId="{E5A879C2-06E1-4A9B-A2AB-01C4E0D35D0E}" srcId="{C3BD96E1-FDA9-4012-8629-58BCD0A3DD86}" destId="{8C0CF771-4F8B-4765-A6B5-E3346251BF5C}" srcOrd="3" destOrd="0" parTransId="{AD3676B9-06DE-423C-B9C5-5F4F5746B96C}" sibTransId="{54C5C202-89A0-480C-96C9-C084C0E1F0F9}"/>
    <dgm:cxn modelId="{F7497F57-F0BC-4C64-80D0-65F5CC2DC3EF}" srcId="{C3BD96E1-FDA9-4012-8629-58BCD0A3DD86}" destId="{8504CB62-E946-4A6B-BD9B-43A4B8947EE1}" srcOrd="2" destOrd="0" parTransId="{C7AFF98F-5B1D-4B59-A7E7-11FD0D6A3A07}" sibTransId="{5B64D46D-4CA5-4DDC-A7A5-26C47875DC15}"/>
    <dgm:cxn modelId="{5B5653E5-584C-416F-AF0F-486A837C68C8}" type="presParOf" srcId="{69FC3A6B-9B6A-443C-A9F7-9F2020794438}" destId="{EF843956-9AF8-4787-AC4D-713C9807EC2E}" srcOrd="0" destOrd="0" presId="urn:microsoft.com/office/officeart/2005/8/layout/process2"/>
    <dgm:cxn modelId="{35F6AED4-DCBD-46C2-9D5A-C377C71EC979}" type="presParOf" srcId="{69FC3A6B-9B6A-443C-A9F7-9F2020794438}" destId="{6EAA46A5-ACAC-4502-974E-632F93CD095C}" srcOrd="1" destOrd="0" presId="urn:microsoft.com/office/officeart/2005/8/layout/process2"/>
    <dgm:cxn modelId="{B8EA3E12-77FE-4F72-8917-C9DF3AD15A8C}" type="presParOf" srcId="{6EAA46A5-ACAC-4502-974E-632F93CD095C}" destId="{F0DC1B2D-69F4-40E7-966D-057A4E85E176}" srcOrd="0" destOrd="0" presId="urn:microsoft.com/office/officeart/2005/8/layout/process2"/>
    <dgm:cxn modelId="{81CF5E6E-8104-47E8-873C-FD703D1019A9}" type="presParOf" srcId="{69FC3A6B-9B6A-443C-A9F7-9F2020794438}" destId="{6EA2D6BD-7001-43CA-B291-3FF51EFB498A}" srcOrd="2" destOrd="0" presId="urn:microsoft.com/office/officeart/2005/8/layout/process2"/>
    <dgm:cxn modelId="{4B0AD5BB-E90A-4458-93B0-458661237E5F}" type="presParOf" srcId="{69FC3A6B-9B6A-443C-A9F7-9F2020794438}" destId="{D221B311-B5C1-4AF8-8729-5ADD2C55EA5A}" srcOrd="3" destOrd="0" presId="urn:microsoft.com/office/officeart/2005/8/layout/process2"/>
    <dgm:cxn modelId="{A53CB178-4610-49D5-B2CD-3D894A397034}" type="presParOf" srcId="{D221B311-B5C1-4AF8-8729-5ADD2C55EA5A}" destId="{6BB7B969-2935-4BE4-BEB6-ABBBF9C9A1DE}" srcOrd="0" destOrd="0" presId="urn:microsoft.com/office/officeart/2005/8/layout/process2"/>
    <dgm:cxn modelId="{35B33C3D-92E0-4D47-A684-0F0FAA95EBF1}" type="presParOf" srcId="{69FC3A6B-9B6A-443C-A9F7-9F2020794438}" destId="{EC44C685-101C-48A2-9975-E267685AE561}" srcOrd="4" destOrd="0" presId="urn:microsoft.com/office/officeart/2005/8/layout/process2"/>
    <dgm:cxn modelId="{8FB0561D-3FA0-4ACD-B4DA-9D7DBCE9B10D}" type="presParOf" srcId="{69FC3A6B-9B6A-443C-A9F7-9F2020794438}" destId="{2C6D5B03-10D3-4DEB-8C11-A3D1DF192EC0}" srcOrd="5" destOrd="0" presId="urn:microsoft.com/office/officeart/2005/8/layout/process2"/>
    <dgm:cxn modelId="{4B1089FC-4DA2-4632-9A31-53CE2338E6B4}" type="presParOf" srcId="{2C6D5B03-10D3-4DEB-8C11-A3D1DF192EC0}" destId="{A402635F-D7DE-4E9E-A5D9-75258192A3FF}" srcOrd="0" destOrd="0" presId="urn:microsoft.com/office/officeart/2005/8/layout/process2"/>
    <dgm:cxn modelId="{A8753535-5591-4AEC-8625-92306B9340A7}" type="presParOf" srcId="{69FC3A6B-9B6A-443C-A9F7-9F2020794438}" destId="{D6F4A607-5F31-4971-95E9-EC3C1EAFCAA1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BFE23F-15CC-4ED4-B796-8B1FE6807D97}" type="doc">
      <dgm:prSet loTypeId="urn:microsoft.com/office/officeart/2005/8/layout/chevron1" loCatId="process" qsTypeId="urn:microsoft.com/office/officeart/2005/8/quickstyle/3d1" qsCatId="3D" csTypeId="urn:microsoft.com/office/officeart/2005/8/colors/colorful4" csCatId="colorful" phldr="1"/>
      <dgm:spPr/>
    </dgm:pt>
    <dgm:pt modelId="{EC0E88AA-2876-4D66-AF84-61E15A589721}">
      <dgm:prSet phldrT="[Text]"/>
      <dgm:spPr/>
      <dgm:t>
        <a:bodyPr/>
        <a:lstStyle/>
        <a:p>
          <a:r>
            <a:rPr lang="en-US" dirty="0" smtClean="0"/>
            <a:t>File</a:t>
          </a:r>
          <a:endParaRPr lang="en-IN" dirty="0"/>
        </a:p>
      </dgm:t>
    </dgm:pt>
    <dgm:pt modelId="{D975B694-1EEA-45E6-A66B-060BB131ED69}" type="parTrans" cxnId="{68474AA4-0860-4A86-9512-388A53CCE4B0}">
      <dgm:prSet/>
      <dgm:spPr/>
      <dgm:t>
        <a:bodyPr/>
        <a:lstStyle/>
        <a:p>
          <a:endParaRPr lang="en-IN"/>
        </a:p>
      </dgm:t>
    </dgm:pt>
    <dgm:pt modelId="{7C426087-5213-420B-BE39-B07699247BE7}" type="sibTrans" cxnId="{68474AA4-0860-4A86-9512-388A53CCE4B0}">
      <dgm:prSet/>
      <dgm:spPr/>
      <dgm:t>
        <a:bodyPr/>
        <a:lstStyle/>
        <a:p>
          <a:endParaRPr lang="en-IN"/>
        </a:p>
      </dgm:t>
    </dgm:pt>
    <dgm:pt modelId="{FD71F628-C8ED-4B46-A9B3-3448AE9451EC}">
      <dgm:prSet phldrT="[Text]"/>
      <dgm:spPr/>
      <dgm:t>
        <a:bodyPr/>
        <a:lstStyle/>
        <a:p>
          <a:r>
            <a:rPr lang="en-US" dirty="0" smtClean="0"/>
            <a:t>FileInputStream / FileOutputStream</a:t>
          </a:r>
          <a:endParaRPr lang="en-IN" dirty="0"/>
        </a:p>
      </dgm:t>
    </dgm:pt>
    <dgm:pt modelId="{92C1F11E-D91A-4B44-B535-F1D6BFC18A68}" type="parTrans" cxnId="{3259AEE0-9D8D-416E-96E1-CC4FE8BDA452}">
      <dgm:prSet/>
      <dgm:spPr/>
      <dgm:t>
        <a:bodyPr/>
        <a:lstStyle/>
        <a:p>
          <a:endParaRPr lang="en-IN"/>
        </a:p>
      </dgm:t>
    </dgm:pt>
    <dgm:pt modelId="{2C51F08E-F78D-4A9E-A578-18A9E1456395}" type="sibTrans" cxnId="{3259AEE0-9D8D-416E-96E1-CC4FE8BDA452}">
      <dgm:prSet/>
      <dgm:spPr/>
      <dgm:t>
        <a:bodyPr/>
        <a:lstStyle/>
        <a:p>
          <a:endParaRPr lang="en-IN"/>
        </a:p>
      </dgm:t>
    </dgm:pt>
    <dgm:pt modelId="{44F33A45-1B21-4A97-AD63-8DB045734661}" type="pres">
      <dgm:prSet presAssocID="{89BFE23F-15CC-4ED4-B796-8B1FE6807D97}" presName="Name0" presStyleCnt="0">
        <dgm:presLayoutVars>
          <dgm:dir/>
          <dgm:animLvl val="lvl"/>
          <dgm:resizeHandles val="exact"/>
        </dgm:presLayoutVars>
      </dgm:prSet>
      <dgm:spPr/>
    </dgm:pt>
    <dgm:pt modelId="{5E8FED32-6440-4A80-887C-92E96B43FA43}" type="pres">
      <dgm:prSet presAssocID="{EC0E88AA-2876-4D66-AF84-61E15A589721}" presName="parTxOnly" presStyleLbl="node1" presStyleIdx="0" presStyleCnt="2" custLinFactX="-22694" custLinFactY="-224424" custLinFactNeighborX="-100000" custLinFactNeighborY="-300000">
        <dgm:presLayoutVars>
          <dgm:chMax val="0"/>
          <dgm:chPref val="0"/>
          <dgm:bulletEnabled val="1"/>
        </dgm:presLayoutVars>
      </dgm:prSet>
      <dgm:spPr/>
    </dgm:pt>
    <dgm:pt modelId="{18AB70F2-F9A8-4A92-9B17-67036A642D6A}" type="pres">
      <dgm:prSet presAssocID="{7C426087-5213-420B-BE39-B07699247BE7}" presName="parTxOnlySpace" presStyleCnt="0"/>
      <dgm:spPr/>
    </dgm:pt>
    <dgm:pt modelId="{F4DC1C29-125F-43DC-B4CC-037FCD9EF089}" type="pres">
      <dgm:prSet presAssocID="{FD71F628-C8ED-4B46-A9B3-3448AE9451EC}" presName="parTxOnly" presStyleLbl="node1" presStyleIdx="1" presStyleCnt="2" custLinFactX="5644" custLinFactNeighborX="100000" custLinFactNeighborY="-6723">
        <dgm:presLayoutVars>
          <dgm:chMax val="0"/>
          <dgm:chPref val="0"/>
          <dgm:bulletEnabled val="1"/>
        </dgm:presLayoutVars>
      </dgm:prSet>
      <dgm:spPr/>
    </dgm:pt>
  </dgm:ptLst>
  <dgm:cxnLst>
    <dgm:cxn modelId="{034D5DEB-9E2B-4801-9C32-F3246C20DA28}" type="presOf" srcId="{EC0E88AA-2876-4D66-AF84-61E15A589721}" destId="{5E8FED32-6440-4A80-887C-92E96B43FA43}" srcOrd="0" destOrd="0" presId="urn:microsoft.com/office/officeart/2005/8/layout/chevron1"/>
    <dgm:cxn modelId="{3259AEE0-9D8D-416E-96E1-CC4FE8BDA452}" srcId="{89BFE23F-15CC-4ED4-B796-8B1FE6807D97}" destId="{FD71F628-C8ED-4B46-A9B3-3448AE9451EC}" srcOrd="1" destOrd="0" parTransId="{92C1F11E-D91A-4B44-B535-F1D6BFC18A68}" sibTransId="{2C51F08E-F78D-4A9E-A578-18A9E1456395}"/>
    <dgm:cxn modelId="{68474AA4-0860-4A86-9512-388A53CCE4B0}" srcId="{89BFE23F-15CC-4ED4-B796-8B1FE6807D97}" destId="{EC0E88AA-2876-4D66-AF84-61E15A589721}" srcOrd="0" destOrd="0" parTransId="{D975B694-1EEA-45E6-A66B-060BB131ED69}" sibTransId="{7C426087-5213-420B-BE39-B07699247BE7}"/>
    <dgm:cxn modelId="{03227288-0427-49AF-B52F-EFE5AFD69019}" type="presOf" srcId="{89BFE23F-15CC-4ED4-B796-8B1FE6807D97}" destId="{44F33A45-1B21-4A97-AD63-8DB045734661}" srcOrd="0" destOrd="0" presId="urn:microsoft.com/office/officeart/2005/8/layout/chevron1"/>
    <dgm:cxn modelId="{83C950C6-147E-4DEF-AE2C-6ECDEAAD8F7C}" type="presOf" srcId="{FD71F628-C8ED-4B46-A9B3-3448AE9451EC}" destId="{F4DC1C29-125F-43DC-B4CC-037FCD9EF089}" srcOrd="0" destOrd="0" presId="urn:microsoft.com/office/officeart/2005/8/layout/chevron1"/>
    <dgm:cxn modelId="{449AAAEF-13CC-4318-A016-AF1BE71D0499}" type="presParOf" srcId="{44F33A45-1B21-4A97-AD63-8DB045734661}" destId="{5E8FED32-6440-4A80-887C-92E96B43FA43}" srcOrd="0" destOrd="0" presId="urn:microsoft.com/office/officeart/2005/8/layout/chevron1"/>
    <dgm:cxn modelId="{EA9DD16B-FD79-4D5C-ADFE-9816EC67C809}" type="presParOf" srcId="{44F33A45-1B21-4A97-AD63-8DB045734661}" destId="{18AB70F2-F9A8-4A92-9B17-67036A642D6A}" srcOrd="1" destOrd="0" presId="urn:microsoft.com/office/officeart/2005/8/layout/chevron1"/>
    <dgm:cxn modelId="{5D4B47B9-1CCE-4E56-975B-C3AB410A4D4F}" type="presParOf" srcId="{44F33A45-1B21-4A97-AD63-8DB045734661}" destId="{F4DC1C29-125F-43DC-B4CC-037FCD9EF089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843956-9AF8-4787-AC4D-713C9807EC2E}">
      <dsp:nvSpPr>
        <dsp:cNvPr id="0" name=""/>
        <dsp:cNvSpPr/>
      </dsp:nvSpPr>
      <dsp:spPr>
        <a:xfrm>
          <a:off x="2168306" y="1971"/>
          <a:ext cx="1320432" cy="7335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</a:schemeClr>
            </a:gs>
            <a:gs pos="90000">
              <a:schemeClr val="accent3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Workbook</a:t>
          </a:r>
          <a:endParaRPr lang="en-IN" sz="2000" kern="1200" dirty="0"/>
        </a:p>
      </dsp:txBody>
      <dsp:txXfrm>
        <a:off x="2189792" y="23457"/>
        <a:ext cx="1277460" cy="690601"/>
      </dsp:txXfrm>
    </dsp:sp>
    <dsp:sp modelId="{6EAA46A5-ACAC-4502-974E-632F93CD095C}">
      <dsp:nvSpPr>
        <dsp:cNvPr id="0" name=""/>
        <dsp:cNvSpPr/>
      </dsp:nvSpPr>
      <dsp:spPr>
        <a:xfrm rot="5400000">
          <a:off x="2690977" y="753885"/>
          <a:ext cx="275090" cy="3301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</a:schemeClr>
            </a:gs>
            <a:gs pos="90000">
              <a:schemeClr val="accent3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2729491" y="781394"/>
        <a:ext cx="198064" cy="192563"/>
      </dsp:txXfrm>
    </dsp:sp>
    <dsp:sp modelId="{6EA2D6BD-7001-43CA-B291-3FF51EFB498A}">
      <dsp:nvSpPr>
        <dsp:cNvPr id="0" name=""/>
        <dsp:cNvSpPr/>
      </dsp:nvSpPr>
      <dsp:spPr>
        <a:xfrm>
          <a:off x="2168306" y="1102332"/>
          <a:ext cx="1320432" cy="7335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3285135"/>
                <a:satOff val="-17759"/>
                <a:lumOff val="-654"/>
                <a:alphaOff val="0"/>
              </a:schemeClr>
            </a:gs>
            <a:gs pos="90000">
              <a:schemeClr val="accent3">
                <a:hueOff val="3285135"/>
                <a:satOff val="-17759"/>
                <a:lumOff val="-654"/>
                <a:alphaOff val="0"/>
                <a:shade val="100000"/>
                <a:satMod val="105000"/>
              </a:schemeClr>
            </a:gs>
            <a:gs pos="100000">
              <a:schemeClr val="accent3">
                <a:hueOff val="3285135"/>
                <a:satOff val="-17759"/>
                <a:lumOff val="-654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Sheet</a:t>
          </a:r>
          <a:endParaRPr lang="en-IN" sz="2000" kern="1200" dirty="0"/>
        </a:p>
      </dsp:txBody>
      <dsp:txXfrm>
        <a:off x="2189792" y="1123818"/>
        <a:ext cx="1277460" cy="690601"/>
      </dsp:txXfrm>
    </dsp:sp>
    <dsp:sp modelId="{D221B311-B5C1-4AF8-8729-5ADD2C55EA5A}">
      <dsp:nvSpPr>
        <dsp:cNvPr id="0" name=""/>
        <dsp:cNvSpPr/>
      </dsp:nvSpPr>
      <dsp:spPr>
        <a:xfrm rot="5400000">
          <a:off x="2690977" y="1854245"/>
          <a:ext cx="275090" cy="3301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4927703"/>
                <a:satOff val="-26639"/>
                <a:lumOff val="-980"/>
                <a:alphaOff val="0"/>
              </a:schemeClr>
            </a:gs>
            <a:gs pos="90000">
              <a:schemeClr val="accent3">
                <a:hueOff val="4927703"/>
                <a:satOff val="-26639"/>
                <a:lumOff val="-980"/>
                <a:alphaOff val="0"/>
                <a:shade val="100000"/>
                <a:satMod val="105000"/>
              </a:schemeClr>
            </a:gs>
            <a:gs pos="100000">
              <a:schemeClr val="accent3">
                <a:hueOff val="4927703"/>
                <a:satOff val="-26639"/>
                <a:lumOff val="-98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2729491" y="1881754"/>
        <a:ext cx="198064" cy="192563"/>
      </dsp:txXfrm>
    </dsp:sp>
    <dsp:sp modelId="{EC44C685-101C-48A2-9975-E267685AE561}">
      <dsp:nvSpPr>
        <dsp:cNvPr id="0" name=""/>
        <dsp:cNvSpPr/>
      </dsp:nvSpPr>
      <dsp:spPr>
        <a:xfrm>
          <a:off x="2168306" y="2202693"/>
          <a:ext cx="1320432" cy="7335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6570271"/>
                <a:satOff val="-35519"/>
                <a:lumOff val="-1307"/>
                <a:alphaOff val="0"/>
              </a:schemeClr>
            </a:gs>
            <a:gs pos="90000">
              <a:schemeClr val="accent3">
                <a:hueOff val="6570271"/>
                <a:satOff val="-35519"/>
                <a:lumOff val="-1307"/>
                <a:alphaOff val="0"/>
                <a:shade val="100000"/>
                <a:satMod val="105000"/>
              </a:schemeClr>
            </a:gs>
            <a:gs pos="100000">
              <a:schemeClr val="accent3">
                <a:hueOff val="6570271"/>
                <a:satOff val="-35519"/>
                <a:lumOff val="-1307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Row</a:t>
          </a:r>
          <a:endParaRPr lang="en-IN" sz="2000" kern="1200" dirty="0"/>
        </a:p>
      </dsp:txBody>
      <dsp:txXfrm>
        <a:off x="2189792" y="2224179"/>
        <a:ext cx="1277460" cy="690601"/>
      </dsp:txXfrm>
    </dsp:sp>
    <dsp:sp modelId="{2C6D5B03-10D3-4DEB-8C11-A3D1DF192EC0}">
      <dsp:nvSpPr>
        <dsp:cNvPr id="0" name=""/>
        <dsp:cNvSpPr/>
      </dsp:nvSpPr>
      <dsp:spPr>
        <a:xfrm rot="5400000">
          <a:off x="2690977" y="2954606"/>
          <a:ext cx="275090" cy="3301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9855406"/>
                <a:satOff val="-53278"/>
                <a:lumOff val="-1961"/>
                <a:alphaOff val="0"/>
              </a:schemeClr>
            </a:gs>
            <a:gs pos="90000">
              <a:schemeClr val="accent3">
                <a:hueOff val="9855406"/>
                <a:satOff val="-53278"/>
                <a:lumOff val="-1961"/>
                <a:alphaOff val="0"/>
                <a:shade val="100000"/>
                <a:satMod val="105000"/>
              </a:schemeClr>
            </a:gs>
            <a:gs pos="100000">
              <a:schemeClr val="accent3">
                <a:hueOff val="9855406"/>
                <a:satOff val="-53278"/>
                <a:lumOff val="-1961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2729491" y="2982115"/>
        <a:ext cx="198064" cy="192563"/>
      </dsp:txXfrm>
    </dsp:sp>
    <dsp:sp modelId="{D6F4A607-5F31-4971-95E9-EC3C1EAFCAA1}">
      <dsp:nvSpPr>
        <dsp:cNvPr id="0" name=""/>
        <dsp:cNvSpPr/>
      </dsp:nvSpPr>
      <dsp:spPr>
        <a:xfrm>
          <a:off x="2168306" y="3303054"/>
          <a:ext cx="1320432" cy="7335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9855406"/>
                <a:satOff val="-53278"/>
                <a:lumOff val="-1961"/>
                <a:alphaOff val="0"/>
              </a:schemeClr>
            </a:gs>
            <a:gs pos="90000">
              <a:schemeClr val="accent3">
                <a:hueOff val="9855406"/>
                <a:satOff val="-53278"/>
                <a:lumOff val="-1961"/>
                <a:alphaOff val="0"/>
                <a:shade val="100000"/>
                <a:satMod val="105000"/>
              </a:schemeClr>
            </a:gs>
            <a:gs pos="100000">
              <a:schemeClr val="accent3">
                <a:hueOff val="9855406"/>
                <a:satOff val="-53278"/>
                <a:lumOff val="-1961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Cell</a:t>
          </a:r>
          <a:endParaRPr lang="en-IN" sz="2000" kern="1200" dirty="0"/>
        </a:p>
      </dsp:txBody>
      <dsp:txXfrm>
        <a:off x="2189792" y="3324540"/>
        <a:ext cx="1277460" cy="6906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8FED32-6440-4A80-887C-92E96B43FA43}">
      <dsp:nvSpPr>
        <dsp:cNvPr id="0" name=""/>
        <dsp:cNvSpPr/>
      </dsp:nvSpPr>
      <dsp:spPr>
        <a:xfrm>
          <a:off x="0" y="0"/>
          <a:ext cx="3457650" cy="734096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</a:schemeClr>
            </a:gs>
            <a:gs pos="90000">
              <a:schemeClr val="accent4">
                <a:hueOff val="0"/>
                <a:satOff val="0"/>
                <a:lumOff val="0"/>
                <a:alphaOff val="0"/>
                <a:shade val="100000"/>
                <a:satMod val="105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File</a:t>
          </a:r>
          <a:endParaRPr lang="en-IN" sz="2400" kern="1200" dirty="0"/>
        </a:p>
      </dsp:txBody>
      <dsp:txXfrm>
        <a:off x="367048" y="0"/>
        <a:ext cx="2723554" cy="734096"/>
      </dsp:txXfrm>
    </dsp:sp>
    <dsp:sp modelId="{F4DC1C29-125F-43DC-B4CC-037FCD9EF089}">
      <dsp:nvSpPr>
        <dsp:cNvPr id="0" name=""/>
        <dsp:cNvSpPr/>
      </dsp:nvSpPr>
      <dsp:spPr>
        <a:xfrm>
          <a:off x="3123454" y="0"/>
          <a:ext cx="3457650" cy="734096"/>
        </a:xfrm>
        <a:prstGeom prst="chevron">
          <a:avLst/>
        </a:prstGeom>
        <a:gradFill rotWithShape="0">
          <a:gsLst>
            <a:gs pos="0">
              <a:schemeClr val="accent4">
                <a:hueOff val="-8569773"/>
                <a:satOff val="17563"/>
                <a:lumOff val="8235"/>
                <a:alphaOff val="0"/>
              </a:schemeClr>
            </a:gs>
            <a:gs pos="90000">
              <a:schemeClr val="accent4">
                <a:hueOff val="-8569773"/>
                <a:satOff val="17563"/>
                <a:lumOff val="8235"/>
                <a:alphaOff val="0"/>
                <a:shade val="100000"/>
                <a:satMod val="105000"/>
              </a:schemeClr>
            </a:gs>
            <a:gs pos="100000">
              <a:schemeClr val="accent4">
                <a:hueOff val="-8569773"/>
                <a:satOff val="17563"/>
                <a:lumOff val="8235"/>
                <a:alphaOff val="0"/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FileInputStream / FileOutputStream</a:t>
          </a:r>
          <a:endParaRPr lang="en-IN" sz="2400" kern="1200" dirty="0"/>
        </a:p>
      </dsp:txBody>
      <dsp:txXfrm>
        <a:off x="3490502" y="0"/>
        <a:ext cx="2723554" cy="7340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0829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84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528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07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015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03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203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734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59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361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514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28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Driven Framework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Read the data from Excel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Write the data to Excel File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6641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Excel File – Workbook</a:t>
            </a:r>
          </a:p>
          <a:p>
            <a:pPr lvl="1"/>
            <a:r>
              <a:rPr lang="en-US" dirty="0" smtClean="0"/>
              <a:t>Collection of Sheets</a:t>
            </a:r>
          </a:p>
          <a:p>
            <a:r>
              <a:rPr lang="en-US" dirty="0" smtClean="0"/>
              <a:t>Sheet</a:t>
            </a:r>
          </a:p>
          <a:p>
            <a:pPr lvl="1"/>
            <a:r>
              <a:rPr lang="en-US" dirty="0" smtClean="0"/>
              <a:t>Collection of Rows</a:t>
            </a:r>
          </a:p>
          <a:p>
            <a:r>
              <a:rPr lang="en-US" dirty="0" smtClean="0"/>
              <a:t>Row</a:t>
            </a:r>
          </a:p>
          <a:p>
            <a:pPr lvl="1"/>
            <a:r>
              <a:rPr lang="en-US" dirty="0" smtClean="0"/>
              <a:t>Collection of Cells</a:t>
            </a:r>
          </a:p>
          <a:p>
            <a:r>
              <a:rPr lang="en-US" dirty="0" smtClean="0"/>
              <a:t>Cell</a:t>
            </a:r>
          </a:p>
          <a:p>
            <a:pPr lvl="1"/>
            <a:r>
              <a:rPr lang="en-US" dirty="0" smtClean="0"/>
              <a:t>Smallest unit that stores the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74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 – </a:t>
            </a:r>
            <a:r>
              <a:rPr lang="en-US" sz="2400" dirty="0" smtClean="0"/>
              <a:t>Flow of data from application to memory &amp; vise versa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143000" y="2369713"/>
            <a:ext cx="2566115" cy="3464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Selenium Script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(Java)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8306873" y="2369712"/>
            <a:ext cx="2292440" cy="346441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6" name="Right Arrow 5"/>
          <p:cNvSpPr/>
          <p:nvPr/>
        </p:nvSpPr>
        <p:spPr>
          <a:xfrm>
            <a:off x="3709115" y="2859110"/>
            <a:ext cx="4597758" cy="148107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FileOutputStream (Write the Data)</a:t>
            </a:r>
            <a:endParaRPr lang="en-IN" dirty="0"/>
          </a:p>
        </p:txBody>
      </p:sp>
      <p:sp>
        <p:nvSpPr>
          <p:cNvPr id="7" name="Left Arrow 6"/>
          <p:cNvSpPr/>
          <p:nvPr/>
        </p:nvSpPr>
        <p:spPr>
          <a:xfrm>
            <a:off x="3709115" y="4266126"/>
            <a:ext cx="4597758" cy="140508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FileInputStream (Reading the data)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3224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Apache POI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143000" y="2369713"/>
            <a:ext cx="2566115" cy="34644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Selenium Script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(Java)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8306873" y="2369712"/>
            <a:ext cx="2292440" cy="346441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8" name="Oval 7"/>
          <p:cNvSpPr/>
          <p:nvPr/>
        </p:nvSpPr>
        <p:spPr>
          <a:xfrm>
            <a:off x="4958366" y="3052292"/>
            <a:ext cx="2099256" cy="209925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Apache POI (API)</a:t>
            </a:r>
            <a:endParaRPr lang="en-IN" dirty="0"/>
          </a:p>
        </p:txBody>
      </p:sp>
      <p:cxnSp>
        <p:nvCxnSpPr>
          <p:cNvPr id="10" name="Straight Arrow Connector 9"/>
          <p:cNvCxnSpPr>
            <a:stCxn id="4" idx="3"/>
            <a:endCxn id="8" idx="2"/>
          </p:cNvCxnSpPr>
          <p:nvPr/>
        </p:nvCxnSpPr>
        <p:spPr>
          <a:xfrm flipV="1">
            <a:off x="3709115" y="4101920"/>
            <a:ext cx="1249251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6"/>
            <a:endCxn id="5" idx="2"/>
          </p:cNvCxnSpPr>
          <p:nvPr/>
        </p:nvCxnSpPr>
        <p:spPr>
          <a:xfrm>
            <a:off x="7057622" y="4101920"/>
            <a:ext cx="1249251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34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Hierarchy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1392707"/>
              </p:ext>
            </p:extLst>
          </p:nvPr>
        </p:nvGraphicFramePr>
        <p:xfrm>
          <a:off x="5779395" y="2173310"/>
          <a:ext cx="5657045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262812739"/>
              </p:ext>
            </p:extLst>
          </p:nvPr>
        </p:nvGraphicFramePr>
        <p:xfrm>
          <a:off x="1143000" y="2137893"/>
          <a:ext cx="6581105" cy="734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7986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114</TotalTime>
  <Words>95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Corbel</vt:lpstr>
      <vt:lpstr>Basis</vt:lpstr>
      <vt:lpstr>Data Driven Framework</vt:lpstr>
      <vt:lpstr>Excel File</vt:lpstr>
      <vt:lpstr>Stream – Flow of data from application to memory &amp; vise versa</vt:lpstr>
      <vt:lpstr>Apache POI</vt:lpstr>
      <vt:lpstr>Class Hierarchy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Driven Framework</dc:title>
  <dc:creator>Microsoft account</dc:creator>
  <cp:lastModifiedBy>Microsoft account</cp:lastModifiedBy>
  <cp:revision>8</cp:revision>
  <dcterms:created xsi:type="dcterms:W3CDTF">2026-01-27T15:10:08Z</dcterms:created>
  <dcterms:modified xsi:type="dcterms:W3CDTF">2026-01-27T17:04:48Z</dcterms:modified>
</cp:coreProperties>
</file>